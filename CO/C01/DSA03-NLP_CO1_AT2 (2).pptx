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50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01168"/>
            <a:ext cx="777240" cy="868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71600" y="2331720"/>
            <a:ext cx="944575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278892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EFFICIENT REGULAR EXPRESSION</a:t>
            </a:r>
            <a:endParaRPr lang="en-US" sz="3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FOR INFORMATION EXTRACTION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371600" y="4160520"/>
            <a:ext cx="944575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91440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14400" y="4983479"/>
            <a:ext cx="5029200" cy="1055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Thonduru Sushma</a:t>
            </a:r>
            <a:b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192325135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245352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245352" y="498348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 Anbazhagan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E21D6E-157D-FD33-12C6-E9EF08CA6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7817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2608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01168"/>
            <a:ext cx="77724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-572874"/>
            <a:ext cx="9784080" cy="2264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Regular Expression?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118872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6" name="Image 2" descr="/home/claude/assets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2204801"/>
            <a:ext cx="272125" cy="2721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57400" y="20299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pattern-matching rule for text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2057400" y="235915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expression (regex) is a short sequence of characters that describes a search pattern.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1188720" y="3063240"/>
            <a:ext cx="566928" cy="566928"/>
          </a:xfrm>
          <a:prstGeom prst="ellipse">
            <a:avLst/>
          </a:prstGeom>
          <a:solidFill>
            <a:srgbClr val="3A3F55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0" name="Image 3" descr="/home/claude/assets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3210641"/>
            <a:ext cx="272125" cy="2721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57400" y="30358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Finds, matches, and pulls out text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57400" y="33649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a computer scan a document and pick out only the pieces of text that matter.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118872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4" name="Image 4" descr="/home/claude/assets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4216481"/>
            <a:ext cx="272125" cy="272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057400" y="40416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a smart search rule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2057400" y="43708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template the computer checks every line of text against.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1188720" y="5074920"/>
            <a:ext cx="566928" cy="566928"/>
          </a:xfrm>
          <a:prstGeom prst="ellipse">
            <a:avLst/>
          </a:prstGeom>
          <a:solidFill>
            <a:srgbClr val="3A3F55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8" name="Image 5" descr="/home/claude/assets/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5222321"/>
            <a:ext cx="272125" cy="2721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057400" y="50474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2057400" y="53766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pulling every email address or phone number out of a long document.</a:t>
            </a:r>
            <a:endParaRPr lang="en-US" sz="2000" dirty="0"/>
          </a:p>
        </p:txBody>
      </p:sp>
      <p:sp>
        <p:nvSpPr>
          <p:cNvPr id="21" name="Shape 1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2" name="Text 1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01168"/>
            <a:ext cx="77724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-572874"/>
            <a:ext cx="9784080" cy="2264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Regex Matching Works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1188720" y="18288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flows through four stages before results come out.</a:t>
            </a:r>
            <a:endParaRPr lang="en-US" sz="1800" dirty="0"/>
          </a:p>
        </p:txBody>
      </p:sp>
      <p:sp>
        <p:nvSpPr>
          <p:cNvPr id="30" name="Box"/>
          <p:cNvSpPr/>
          <p:nvPr/>
        </p:nvSpPr>
        <p:spPr>
          <a:xfrm>
            <a:off x="914400" y="3400000"/>
            <a:ext cx="229080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600" dirty="0"/>
          </a:p>
        </p:txBody>
      </p:sp>
      <p:sp>
        <p:nvSpPr>
          <p:cNvPr id="31" name="Caption"/>
          <p:cNvSpPr/>
          <p:nvPr/>
        </p:nvSpPr>
        <p:spPr>
          <a:xfrm>
            <a:off x="914400" y="5050000"/>
            <a:ext cx="2290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document, form, or log line</a:t>
            </a:r>
            <a:endParaRPr lang="en-US" sz="1300" dirty="0"/>
          </a:p>
        </p:txBody>
      </p:sp>
      <p:sp>
        <p:nvSpPr>
          <p:cNvPr id="32" name="Arrow"/>
          <p:cNvSpPr/>
          <p:nvPr/>
        </p:nvSpPr>
        <p:spPr>
          <a:xfrm>
            <a:off x="3205200" y="4000000"/>
            <a:ext cx="40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"/>
          <p:cNvSpPr/>
          <p:nvPr/>
        </p:nvSpPr>
        <p:spPr>
          <a:xfrm>
            <a:off x="3605200" y="3400000"/>
            <a:ext cx="229080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Engine</a:t>
            </a:r>
            <a:endParaRPr lang="en-US" sz="1600" dirty="0"/>
          </a:p>
        </p:txBody>
      </p:sp>
      <p:sp>
        <p:nvSpPr>
          <p:cNvPr id="34" name="Caption"/>
          <p:cNvSpPr/>
          <p:nvPr/>
        </p:nvSpPr>
        <p:spPr>
          <a:xfrm>
            <a:off x="3605200" y="5050000"/>
            <a:ext cx="2290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compiled pattern</a:t>
            </a:r>
            <a:endParaRPr lang="en-US" sz="1300" dirty="0"/>
          </a:p>
        </p:txBody>
      </p:sp>
      <p:sp>
        <p:nvSpPr>
          <p:cNvPr id="35" name="Arrow"/>
          <p:cNvSpPr/>
          <p:nvPr/>
        </p:nvSpPr>
        <p:spPr>
          <a:xfrm>
            <a:off x="5896000" y="4000000"/>
            <a:ext cx="40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Box"/>
          <p:cNvSpPr/>
          <p:nvPr/>
        </p:nvSpPr>
        <p:spPr>
          <a:xfrm>
            <a:off x="6296000" y="3400000"/>
            <a:ext cx="229080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37" name="Caption"/>
          <p:cNvSpPr/>
          <p:nvPr/>
        </p:nvSpPr>
        <p:spPr>
          <a:xfrm>
            <a:off x="6296000" y="5050000"/>
            <a:ext cx="2290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matching substrings</a:t>
            </a:r>
            <a:endParaRPr lang="en-US" sz="1300" dirty="0"/>
          </a:p>
        </p:txBody>
      </p:sp>
      <p:sp>
        <p:nvSpPr>
          <p:cNvPr id="38" name="Arrow"/>
          <p:cNvSpPr/>
          <p:nvPr/>
        </p:nvSpPr>
        <p:spPr>
          <a:xfrm>
            <a:off x="8586800" y="4000000"/>
            <a:ext cx="40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Box"/>
          <p:cNvSpPr/>
          <p:nvPr/>
        </p:nvSpPr>
        <p:spPr>
          <a:xfrm>
            <a:off x="8986800" y="3400000"/>
            <a:ext cx="229080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Output</a:t>
            </a:r>
            <a:endParaRPr lang="en-US" sz="1600" dirty="0"/>
          </a:p>
        </p:txBody>
      </p:sp>
      <p:sp>
        <p:nvSpPr>
          <p:cNvPr id="40" name="Caption"/>
          <p:cNvSpPr/>
          <p:nvPr/>
        </p:nvSpPr>
        <p:spPr>
          <a:xfrm>
            <a:off x="8986800" y="5050000"/>
            <a:ext cx="2290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results returned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2" name="Text 1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01168"/>
            <a:ext cx="77724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-572874"/>
            <a:ext cx="9784080" cy="2264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Engine Architecture</a:t>
            </a:r>
            <a:endParaRPr lang="en-US" sz="3200" dirty="0"/>
          </a:p>
        </p:txBody>
      </p:sp>
      <p:sp>
        <p:nvSpPr>
          <p:cNvPr id="5" name="Subtitle"/>
          <p:cNvSpPr/>
          <p:nvPr/>
        </p:nvSpPr>
        <p:spPr>
          <a:xfrm>
            <a:off x="1188720" y="18288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how a pattern becomes a running matcher.</a:t>
            </a:r>
            <a:endParaRPr lang="en-US" sz="1800" dirty="0"/>
          </a:p>
        </p:txBody>
      </p:sp>
      <p:sp>
        <p:nvSpPr>
          <p:cNvPr id="30" name="Box"/>
          <p:cNvSpPr/>
          <p:nvPr/>
        </p:nvSpPr>
        <p:spPr>
          <a:xfrm>
            <a:off x="914400" y="3400000"/>
            <a:ext cx="179264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String</a:t>
            </a:r>
            <a:endParaRPr lang="en-US" sz="1400" dirty="0"/>
          </a:p>
        </p:txBody>
      </p:sp>
      <p:sp>
        <p:nvSpPr>
          <p:cNvPr id="31" name="Caption"/>
          <p:cNvSpPr/>
          <p:nvPr/>
        </p:nvSpPr>
        <p:spPr>
          <a:xfrm>
            <a:off x="914400" y="5050000"/>
            <a:ext cx="1792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regex source text</a:t>
            </a:r>
            <a:endParaRPr lang="en-US" sz="1300" dirty="0"/>
          </a:p>
        </p:txBody>
      </p:sp>
      <p:sp>
        <p:nvSpPr>
          <p:cNvPr id="32" name="Arrow"/>
          <p:cNvSpPr/>
          <p:nvPr/>
        </p:nvSpPr>
        <p:spPr>
          <a:xfrm>
            <a:off x="2707040" y="4000000"/>
            <a:ext cx="35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"/>
          <p:cNvSpPr/>
          <p:nvPr/>
        </p:nvSpPr>
        <p:spPr>
          <a:xfrm>
            <a:off x="3057040" y="3400000"/>
            <a:ext cx="179264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400" dirty="0"/>
          </a:p>
        </p:txBody>
      </p:sp>
      <p:sp>
        <p:nvSpPr>
          <p:cNvPr id="34" name="Caption"/>
          <p:cNvSpPr/>
          <p:nvPr/>
        </p:nvSpPr>
        <p:spPr>
          <a:xfrm>
            <a:off x="3057040" y="5050000"/>
            <a:ext cx="1792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pattern into tokens</a:t>
            </a:r>
            <a:endParaRPr lang="en-US" sz="1300" dirty="0"/>
          </a:p>
        </p:txBody>
      </p:sp>
      <p:sp>
        <p:nvSpPr>
          <p:cNvPr id="35" name="Arrow"/>
          <p:cNvSpPr/>
          <p:nvPr/>
        </p:nvSpPr>
        <p:spPr>
          <a:xfrm>
            <a:off x="4849680" y="4000000"/>
            <a:ext cx="35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Box"/>
          <p:cNvSpPr/>
          <p:nvPr/>
        </p:nvSpPr>
        <p:spPr>
          <a:xfrm>
            <a:off x="5199680" y="3400000"/>
            <a:ext cx="179264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Tree</a:t>
            </a:r>
            <a:endParaRPr lang="en-US" sz="1400" dirty="0"/>
          </a:p>
        </p:txBody>
      </p:sp>
      <p:sp>
        <p:nvSpPr>
          <p:cNvPr id="37" name="Caption"/>
          <p:cNvSpPr/>
          <p:nvPr/>
        </p:nvSpPr>
        <p:spPr>
          <a:xfrm>
            <a:off x="5199680" y="5050000"/>
            <a:ext cx="1792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tokens into a tree</a:t>
            </a:r>
            <a:endParaRPr lang="en-US" sz="1300" dirty="0"/>
          </a:p>
        </p:txBody>
      </p:sp>
      <p:sp>
        <p:nvSpPr>
          <p:cNvPr id="38" name="Arrow"/>
          <p:cNvSpPr/>
          <p:nvPr/>
        </p:nvSpPr>
        <p:spPr>
          <a:xfrm>
            <a:off x="6992320" y="4000000"/>
            <a:ext cx="35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Box"/>
          <p:cNvSpPr/>
          <p:nvPr/>
        </p:nvSpPr>
        <p:spPr>
          <a:xfrm>
            <a:off x="7342320" y="3400000"/>
            <a:ext cx="179264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NFA/DFA Builder</a:t>
            </a:r>
            <a:endParaRPr lang="en-US" sz="1400" dirty="0"/>
          </a:p>
        </p:txBody>
      </p:sp>
      <p:sp>
        <p:nvSpPr>
          <p:cNvPr id="40" name="Caption"/>
          <p:cNvSpPr/>
          <p:nvPr/>
        </p:nvSpPr>
        <p:spPr>
          <a:xfrm>
            <a:off x="7342320" y="5050000"/>
            <a:ext cx="1792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state machine</a:t>
            </a:r>
            <a:endParaRPr lang="en-US" sz="1300" dirty="0"/>
          </a:p>
        </p:txBody>
      </p:sp>
      <p:sp>
        <p:nvSpPr>
          <p:cNvPr id="41" name="Arrow"/>
          <p:cNvSpPr/>
          <p:nvPr/>
        </p:nvSpPr>
        <p:spPr>
          <a:xfrm>
            <a:off x="9134960" y="4000000"/>
            <a:ext cx="350000" cy="300000"/>
          </a:xfrm>
          <a:prstGeom prst="rightArrow">
            <a:avLst/>
          </a:prstGeom>
          <a:solidFill>
            <a:srgbClr val="9098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Box"/>
          <p:cNvSpPr/>
          <p:nvPr/>
        </p:nvSpPr>
        <p:spPr>
          <a:xfrm>
            <a:off x="9484960" y="3400000"/>
            <a:ext cx="1792640" cy="150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Results</a:t>
            </a:r>
            <a:endParaRPr lang="en-US" sz="1400" dirty="0"/>
          </a:p>
        </p:txBody>
      </p:sp>
      <p:sp>
        <p:nvSpPr>
          <p:cNvPr id="43" name="Caption"/>
          <p:cNvSpPr/>
          <p:nvPr/>
        </p:nvSpPr>
        <p:spPr>
          <a:xfrm>
            <a:off x="9484960" y="5050000"/>
            <a:ext cx="179264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and captured text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2" name="Text 1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01168"/>
            <a:ext cx="77724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8720" y="-319486"/>
            <a:ext cx="9784080" cy="2011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Efficient Pattern Design Matters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118872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6" name="Image 2" descr="/home/claude/assets/icon_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2204801"/>
            <a:ext cx="272125" cy="2721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57400" y="20299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patterns run slowly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2057400" y="235915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badly written pattern can take a long time to search through large documents.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1188720" y="3063240"/>
            <a:ext cx="566928" cy="566928"/>
          </a:xfrm>
          <a:prstGeom prst="ellipse">
            <a:avLst/>
          </a:prstGeom>
          <a:solidFill>
            <a:srgbClr val="3A3F55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0" name="Image 3" descr="/home/claude/assets/icon_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3210641"/>
            <a:ext cx="272125" cy="2721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57400" y="30358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patterns can freeze a program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57400" y="33649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designs make the computer get stuck checking the same text over and over.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118872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4" name="Image 4" descr="/home/claude/assets/icon_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4216481"/>
            <a:ext cx="272125" cy="272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057400" y="40416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patterns are faster and cleaner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2057400" y="43708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pattern extracts the right information quickly, even from huge files.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1188720" y="5074920"/>
            <a:ext cx="566928" cy="566928"/>
          </a:xfrm>
          <a:prstGeom prst="ellipse">
            <a:avLst/>
          </a:prstGeom>
          <a:solidFill>
            <a:srgbClr val="3A3F55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8" name="Image 5" descr="/home/claude/assets/icon_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5222321"/>
            <a:ext cx="272125" cy="2721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057400" y="50474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design reduces mistakes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2057400" y="53766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lowers the chance of missing text or pulling out the wrong information.</a:t>
            </a:r>
            <a:endParaRPr lang="en-US" sz="2000" dirty="0"/>
          </a:p>
        </p:txBody>
      </p:sp>
      <p:sp>
        <p:nvSpPr>
          <p:cNvPr id="21" name="Shape 1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2" name="Text 1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99060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8564" y="201168"/>
            <a:ext cx="1114356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01687" y="-572877"/>
            <a:ext cx="9871113" cy="2566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in Information Extraction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118872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6" name="Image 2" descr="/home/claude/assets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2204801"/>
            <a:ext cx="272125" cy="2721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57400" y="20299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out key details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2057400" y="235915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emails, phone numbers, and dates automatically from documents.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1188720" y="3063240"/>
            <a:ext cx="566928" cy="566928"/>
          </a:xfrm>
          <a:prstGeom prst="ellipse">
            <a:avLst/>
          </a:prstGeom>
          <a:solidFill>
            <a:srgbClr val="3A3F55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0" name="Image 3" descr="/home/claude/assets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3210641"/>
            <a:ext cx="272125" cy="2721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57400" y="30358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form entries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57400" y="33649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that a PIN code, username, or ID number is entered in the right format.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118872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4" name="Image 4" descr="/home/claude/assets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4216481"/>
            <a:ext cx="272125" cy="272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057400" y="40416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system logs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2057400" y="43708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spotting errors or unusual activity inside long log files.</a:t>
            </a:r>
            <a:endParaRPr lang="en-US" sz="2000" dirty="0"/>
          </a:p>
        </p:txBody>
      </p:sp>
      <p:sp>
        <p:nvSpPr>
          <p:cNvPr id="17" name="Shape 10"/>
          <p:cNvSpPr/>
          <p:nvPr/>
        </p:nvSpPr>
        <p:spPr>
          <a:xfrm>
            <a:off x="1188720" y="5074920"/>
            <a:ext cx="566928" cy="566928"/>
          </a:xfrm>
          <a:prstGeom prst="ellipse">
            <a:avLst/>
          </a:prstGeom>
          <a:solidFill>
            <a:srgbClr val="3A3F55"/>
          </a:solidFill>
          <a:ln/>
        </p:spPr>
        <p:txBody>
          <a:bodyPr/>
          <a:lstStyle/>
          <a:p>
            <a:endParaRPr lang="en-IN" sz="2000"/>
          </a:p>
        </p:txBody>
      </p:sp>
      <p:pic>
        <p:nvPicPr>
          <p:cNvPr id="18" name="Image 5" descr="/home/claude/assets/icon_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121" y="5222321"/>
            <a:ext cx="272125" cy="2721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057400" y="50474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everyday tools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2057400" y="53766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search engines, chatbots, and data-cleaning software we use daily.</a:t>
            </a:r>
            <a:endParaRPr lang="en-US" sz="2000" dirty="0"/>
          </a:p>
        </p:txBody>
      </p:sp>
      <p:sp>
        <p:nvSpPr>
          <p:cNvPr id="21" name="Shape 1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12700">
            <a:solidFill>
              <a:srgbClr val="D7DCEA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22" name="Text 1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01168"/>
            <a:ext cx="777240" cy="868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70248" y="2880360"/>
            <a:ext cx="3657600" cy="0"/>
          </a:xfrm>
          <a:prstGeom prst="line">
            <a:avLst/>
          </a:prstGeom>
          <a:noFill/>
          <a:ln w="19050">
            <a:solidFill>
              <a:srgbClr val="EAF0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Shape 2"/>
          <p:cNvSpPr/>
          <p:nvPr/>
        </p:nvSpPr>
        <p:spPr>
          <a:xfrm>
            <a:off x="4270248" y="4069080"/>
            <a:ext cx="3657600" cy="0"/>
          </a:xfrm>
          <a:prstGeom prst="line">
            <a:avLst/>
          </a:prstGeom>
          <a:noFill/>
          <a:ln w="19050">
            <a:solidFill>
              <a:srgbClr val="EAF0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1371600" y="4251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Efficient Regular Expression Patterns for Information Extraction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373</Words>
  <Application>Microsoft Office PowerPoint</Application>
  <PresentationFormat>Widescreen</PresentationFormat>
  <Paragraphs>67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THONDURU SUSHMA</cp:lastModifiedBy>
  <cp:revision>1</cp:revision>
  <dcterms:created xsi:type="dcterms:W3CDTF">2026-07-25T03:57:30Z</dcterms:created>
  <dcterms:modified xsi:type="dcterms:W3CDTF">2026-07-30T04:25:19Z</dcterms:modified>
</cp:coreProperties>
</file>